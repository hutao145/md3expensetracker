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311a9c47840f8" /><Relationship Type="http://schemas.openxmlformats.org/officeDocument/2006/relationships/extended-properties" Target="/docProps/app.xml" Id="R5b239eed7fee47c9" /><Relationship Type="http://schemas.openxmlformats.org/officeDocument/2006/relationships/officeDocument" Target="/ppt/presentation.xml" Id="R423b16a1b39541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422adbd7a4fe0"/>
  </p:sldMasterIdLst>
  <p:notesMasterIdLst>
    <p:notesMasterId xmlns:r="http://schemas.openxmlformats.org/officeDocument/2006/relationships" r:id="R43830d2b4e594a5e"/>
  </p:notesMasterIdLst>
  <p:sldIdLst>
    <p:sldId xmlns:r="http://schemas.openxmlformats.org/officeDocument/2006/relationships" id="256" r:id="Rebfe04cc52b94e43"/>
    <p:sldId xmlns:r="http://schemas.openxmlformats.org/officeDocument/2006/relationships" id="257" r:id="R19d6bc56eef04755"/>
    <p:sldId xmlns:r="http://schemas.openxmlformats.org/officeDocument/2006/relationships" id="258" r:id="Ra76a63e7a92246db"/>
    <p:sldId xmlns:r="http://schemas.openxmlformats.org/officeDocument/2006/relationships" id="259" r:id="R92ff976e7e1f4c3a"/>
    <p:sldId xmlns:r="http://schemas.openxmlformats.org/officeDocument/2006/relationships" id="260" r:id="R46a417a224974f08"/>
    <p:sldId xmlns:r="http://schemas.openxmlformats.org/officeDocument/2006/relationships" id="261" r:id="Ra4a72bac703b4fcc"/>
    <p:sldId xmlns:r="http://schemas.openxmlformats.org/officeDocument/2006/relationships" id="262" r:id="R16b333b517e04f86"/>
    <p:sldId xmlns:r="http://schemas.openxmlformats.org/officeDocument/2006/relationships" id="263" r:id="R1a41b77c673b46af"/>
    <p:sldId xmlns:r="http://schemas.openxmlformats.org/officeDocument/2006/relationships" id="264" r:id="Rb7a3efa775b147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422adbd7a4fe0" /><Relationship Type="http://schemas.openxmlformats.org/officeDocument/2006/relationships/theme" Target="/ppt/theme/theme1.xml" Id="R88b922ff98504056" /><Relationship Type="http://schemas.openxmlformats.org/officeDocument/2006/relationships/notesMaster" Target="/ppt/notesMasters/notesMaster1.xml" Id="R43830d2b4e594a5e" /><Relationship Type="http://schemas.openxmlformats.org/officeDocument/2006/relationships/presProps" Target="/ppt/presProps.xml" Id="Ra7c8aebfed604999" /><Relationship Type="http://schemas.openxmlformats.org/officeDocument/2006/relationships/viewProps" Target="/ppt/viewProps.xml" Id="R7dd798a8c5e44445" /><Relationship Type="http://schemas.openxmlformats.org/officeDocument/2006/relationships/tableStyles" Target="/ppt/tableStyles.xml" Id="R514153a65d98453f" /><Relationship Type="http://schemas.openxmlformats.org/officeDocument/2006/relationships/slide" Target="/ppt/slides/slide1.xml" Id="Rebfe04cc52b94e43" /><Relationship Type="http://schemas.openxmlformats.org/officeDocument/2006/relationships/slide" Target="/ppt/slides/slide2.xml" Id="R19d6bc56eef04755" /><Relationship Type="http://schemas.openxmlformats.org/officeDocument/2006/relationships/slide" Target="/ppt/slides/slide3.xml" Id="Ra76a63e7a92246db" /><Relationship Type="http://schemas.openxmlformats.org/officeDocument/2006/relationships/slide" Target="/ppt/slides/slide4.xml" Id="R92ff976e7e1f4c3a" /><Relationship Type="http://schemas.openxmlformats.org/officeDocument/2006/relationships/slide" Target="/ppt/slides/slide5.xml" Id="R46a417a224974f08" /><Relationship Type="http://schemas.openxmlformats.org/officeDocument/2006/relationships/slide" Target="/ppt/slides/slide6.xml" Id="Ra4a72bac703b4fcc" /><Relationship Type="http://schemas.openxmlformats.org/officeDocument/2006/relationships/slide" Target="/ppt/slides/slide7.xml" Id="R16b333b517e04f86" /><Relationship Type="http://schemas.openxmlformats.org/officeDocument/2006/relationships/slide" Target="/ppt/slides/slide8.xml" Id="R1a41b77c673b46af" /><Relationship Type="http://schemas.openxmlformats.org/officeDocument/2006/relationships/slide" Target="/ppt/slides/slide9.xml" Id="Rb7a3efa775b1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c6d588531f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067488c6d42bd" /><Relationship Type="http://schemas.openxmlformats.org/officeDocument/2006/relationships/notesMaster" Target="/ppt/notesMasters/notesMaster1.xml" Id="R65827d00a73d45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a39db04b9442bd" /><Relationship Type="http://schemas.openxmlformats.org/officeDocument/2006/relationships/notesMaster" Target="/ppt/notesMasters/notesMaster1.xml" Id="R984ce4512266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d5aa4aee6f40c3" /><Relationship Type="http://schemas.openxmlformats.org/officeDocument/2006/relationships/notesMaster" Target="/ppt/notesMasters/notesMaster1.xml" Id="Raa8c04fabdf0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7e6306295847b5" /><Relationship Type="http://schemas.openxmlformats.org/officeDocument/2006/relationships/notesMaster" Target="/ppt/notesMasters/notesMaster1.xml" Id="R6486df70463a42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10770231b4540" /><Relationship Type="http://schemas.openxmlformats.org/officeDocument/2006/relationships/notesMaster" Target="/ppt/notesMasters/notesMaster1.xml" Id="R1e5500d3479b4f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34695484d4b90" /><Relationship Type="http://schemas.openxmlformats.org/officeDocument/2006/relationships/notesMaster" Target="/ppt/notesMasters/notesMaster1.xml" Id="R635fd79ab677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4274381ed4222" /><Relationship Type="http://schemas.openxmlformats.org/officeDocument/2006/relationships/notesMaster" Target="/ppt/notesMasters/notesMaster1.xml" Id="R8bd821bc3ec24b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4d13e3386740fe" /><Relationship Type="http://schemas.openxmlformats.org/officeDocument/2006/relationships/notesMaster" Target="/ppt/notesMasters/notesMaster1.xml" Id="R959714fcd1764f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940f99dfd94d9a" /><Relationship Type="http://schemas.openxmlformats.org/officeDocument/2006/relationships/notesMaster" Target="/ppt/notesMasters/notesMaster1.xml" Id="Rc0ff8ea35537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开场聚焦产品定位与核心价值。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先讲痛点，再过渡到解决方案。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强调能力广度与体验细节。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AI 价值不止结论，更在于行动闭环。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强调用户对“可恢复”和“可防护”的真实需求。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说明结构清晰、便于维护和演进。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通过图表强调技术构成的完整性。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用流程展示产品的连续价值。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收束全局，给出明确发展方向。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6c6497c2243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0ECF580-99F5-4B03-B5D1-81DD3AE5FDA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905556D-AEF3-4376-8F72-13F43D73B7F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0F6CE5-09E5-43EB-A146-0FEC1E5D56D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50A4C9-4DBE-4363-9928-C3040173D5D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2ebad2a7b694694" /><Relationship Type="http://schemas.openxmlformats.org/officeDocument/2006/relationships/slideLayout" Target="/ppt/slideLayouts/slideLayout2.xml" Id="R9f4b4e8bc1de4c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F544A6-5D2B-4E61-B123-F596133568F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b4e8bc1de4c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862bf30984dff" /><Relationship Type="http://schemas.openxmlformats.org/officeDocument/2006/relationships/notesSlide" Target="/ppt/notesSlides/notesSlide1.xml" Id="R87b0caa7848c48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26c79ee634268" /><Relationship Type="http://schemas.openxmlformats.org/officeDocument/2006/relationships/notesSlide" Target="/ppt/notesSlides/notesSlide2.xml" Id="R036e93757eac49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4011775be4472b" /><Relationship Type="http://schemas.openxmlformats.org/officeDocument/2006/relationships/notesSlide" Target="/ppt/notesSlides/notesSlide3.xml" Id="R60e40edf618749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780841cf64934" /><Relationship Type="http://schemas.openxmlformats.org/officeDocument/2006/relationships/notesSlide" Target="/ppt/notesSlides/notesSlide4.xml" Id="R5e4da4dc71be4c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f89785e94455b" /><Relationship Type="http://schemas.openxmlformats.org/officeDocument/2006/relationships/notesSlide" Target="/ppt/notesSlides/notesSlide5.xml" Id="Rf962f136d50d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f3d03b8f14871" /><Relationship Type="http://schemas.openxmlformats.org/officeDocument/2006/relationships/notesSlide" Target="/ppt/notesSlides/notesSlide6.xml" Id="R02535a225d0b45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32656af0d46f2" /><Relationship Type="http://schemas.openxmlformats.org/officeDocument/2006/relationships/chart" Target="/ppt/slides/charts/chart1.xml" Id="Rba2adc3bf4d54155" /><Relationship Type="http://schemas.openxmlformats.org/officeDocument/2006/relationships/notesSlide" Target="/ppt/notesSlides/notesSlide7.xml" Id="Reb767b2ac89a45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e84ffcb894670" /><Relationship Type="http://schemas.openxmlformats.org/officeDocument/2006/relationships/notesSlide" Target="/ppt/notesSlides/notesSlide8.xml" Id="R315eec0693844f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3ff73fd864f89" /><Relationship Type="http://schemas.openxmlformats.org/officeDocument/2006/relationships/notesSlide" Target="/ppt/notesSlides/notesSlide9.xml" Id="Rba419a15c42248f5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核心技术模块覆盖度（示意）</a:t>
            </a:r>
          </a:p>
        </c:rich>
      </c:tx>
      <c:overlay val="0"/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成熟度</c:v>
          </c:tx>
          <c:cat>
            <c:strLit>
              <c:ptCount val="6"/>
              <c:pt idx="0">
                <c:v>UI</c:v>
              </c:pt>
              <c:pt idx="1">
                <c:v>数据存储</c:v>
              </c:pt>
              <c:pt idx="2">
                <c:v>后台任务</c:v>
              </c:pt>
              <c:pt idx="3">
                <c:v>网络同步</c:v>
              </c:pt>
              <c:pt idx="4">
                <c:v>安全能力</c:v>
              </c:pt>
              <c:pt idx="5">
                <c:v>智能分析</c:v>
              </c:pt>
            </c:strLit>
          </c:cat>
          <c:val>
            <c:numLit>
              <c:formatCode/>
              <c:ptCount val="6"/>
              <c:pt idx="0">
                <c:v>92</c:v>
              </c:pt>
              <c:pt idx="1">
                <c:v>88</c:v>
              </c:pt>
              <c:pt idx="2">
                <c:v>85</c:v>
              </c:pt>
              <c:pt idx="3">
                <c:v>80</c:v>
              </c:pt>
              <c:pt idx="4">
                <c:v>84</c:v>
              </c:pt>
              <c:pt idx="5">
                <c:v>78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F47E1-A5D6-47CE-9433-FE99D5CE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9BCED-B220-449A-AB03-682A6C82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C34D9-F446-4A0C-9FF3-83FA39E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5486400"/>
          </a:xfrm>
          <a:prstGeom xmlns:a="http://schemas.openxmlformats.org/drawingml/2006/main" prst="roundRect">
            <a:avLst>
              <a:gd name="adj" fmla="val 1389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24D6A-996F-4BC7-9568-43C9DD4C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MD3 EXPENSE 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18A4B-2629-4BD4-9215-F55B8E60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01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E2119-F611-4C74-A705-FFA6ACC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89798-BC9D-411B-AD2B-C0B35312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MD3 Expense Tracker</a:t>
            </a:r>
          </a:p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Android 本地记账软件介绍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979BE-5E82-4D76-8AAB-D72D5DAE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面向个人用户的高颜值、强功能、可持续迭代的财务管理应用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15670-177C-4BA8-9758-A25F847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33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FE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96940-7BFE-424E-AA7E-EE093885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Kotlin · Compose · Room · MVVM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6ABEF-579B-4246-B74A-926B5AC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744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35EA8-E0B2-42C9-B78A-B1FD0AEC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一句话定位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D2CE-10AE-4B2B-950F-09340ED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MD3 Expense Tracker 是一款以本地优先为核心、兼具智能分析能力的 Android 记账应用，帮助用户把日常流水沉淀为可执行的财务决策。</a:t>
            </a:r>
          </a:p>
        </p:txBody>
      </p:sp>
    </p:spTree>
    <p:extLst>
      <p:ext uri="{BB962C8B-B14F-4D97-AF65-F5344CB8AC3E}">
        <p14:creationId xmlns:p14="http://schemas.microsoft.com/office/powerpoint/2010/main" val="1253765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BD9D-9741-4040-ADBD-0104815C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05492-E23B-4E3D-9255-B9C7A6C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D7F99-B5C3-49DA-8493-5B8E3DD9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289FC-64E4-4131-88DF-A1842EC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A186F-6CA0-46B8-906C-449082AC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C285B-3CEF-48F2-B1AD-EEB9EAC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为什么要做这款记账软件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9262E-6507-4354-B4DE-FAC2E67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目标是把“记录、分析、决策”做成低门槛的每日财务闭环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5801D-C09A-4762-9F96-3CDB0410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BD9D3-E2D7-4D19-B501-AC952046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4FAC6-3A97-4740-B5AF-6F30AE60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记录成本高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C8458-E2A7-4A49-AB10-1251305E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传统记账步骤繁琐，容易中断，长期坚持困难。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263BA-DE2C-4EDC-ABC1-BF03E35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DDC94-EB6A-48A1-934B-E3129017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D3D43-274D-4D28-9E14-F25BEB5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复盘效率低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CE9E1-3E10-4442-92F0-156E83B3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数据分散在流水中，缺少趋势与结构化洞察。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1AEF5-75EC-42E3-8E56-07961E4E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DF9A6-8E35-47DF-B8A6-D76CF9B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A4D8C-2113-449C-8FA6-47BA624C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安全感不足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4FB7F-1770-475A-96A5-5E56054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用户既要云同步，也要本地可控与隐私保护。</a:t>
            </a:r>
          </a:p>
        </p:txBody>
      </p:sp>
    </p:spTree>
    <p:extLst>
      <p:ext uri="{BB962C8B-B14F-4D97-AF65-F5344CB8AC3E}">
        <p14:creationId xmlns:p14="http://schemas.microsoft.com/office/powerpoint/2010/main" val="645625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913A-C215-4133-A3FD-94D826C6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8D4FD-FB87-4033-B2E6-CEF8804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57C00-D990-4A8E-AD14-66DCB34F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核心能力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94FE1-FFA8-4412-8FF5-81C33E8E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DA8E8-D76C-4CFE-9454-2DC3E703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4DE45-80D5-4E29-8807-2300C22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核心能力全景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819D6-865F-4826-B7DC-40071747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覆盖从日常记账到长期资产管理的关键场景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63F78-D4E8-4EE7-BC88-DBD7DCB2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5238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F85B5-EFCB-490E-89DF-D630CE1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523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93414-A6BB-4291-9163-33662AC9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23+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428B2-D422-4BF3-AF59-EA6BC64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内置分类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CCCF7-3669-4622-B32F-4CD6036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含餐饮/交通/购物/薪资等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40792-D6DF-4C54-B0D1-103BB2F4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5238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A043D-5989-41ED-80E4-D5BB4991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523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E1313-2D5E-477D-8CF9-DCF2944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C3439-E445-42D3-A36B-FFB0DA5A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主题配色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DBDEA-CB0D-4EFE-A424-0932007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支持动态取色与深浅模式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1070B-B7CA-4EA2-ABAE-935F3589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238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D35C5-E192-436C-BEBF-76800A1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23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E60CE-8DE1-4B29-834C-85DED99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1-72h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3D14F-AAC3-4801-8BDC-01921585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自动备份周期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48BBD-FB5E-4251-AE9A-645A217F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WorkManager 后台调度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16315-50AD-41A7-B4F3-8A534EF6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5238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108AA-A4FF-466E-949C-713D0BF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523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2C291-8A74-4A13-A572-5A1E1FE9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30min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7ECE3-2F08-4A9F-B941-D2FB17EF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小组件刷新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4C4C0-FC21-4684-9594-968A06F4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桌面直达本月支出</a:t>
            </a:r>
          </a:p>
        </p:txBody>
      </p:sp>
    </p:spTree>
    <p:extLst>
      <p:ext uri="{BB962C8B-B14F-4D97-AF65-F5344CB8AC3E}">
        <p14:creationId xmlns:p14="http://schemas.microsoft.com/office/powerpoint/2010/main" val="263644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ACFA3-FE72-4D07-B8BA-4FC3679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DAD97-9E71-45BB-94AB-DBEC12D7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83BC5-4DD1-4EB6-B18C-C9CB1755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智能分析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B90E0-CED4-497C-B0BB-F11AC5ED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6FA0A-AE37-4DAE-9018-BDDC5E7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9B973-827C-4EEF-B928-87E738F1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AI 财务分析能力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EE307-8EB7-4E9E-BDDD-5263BE38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接入 OpenAI 兼容 API，输出健康评分、风险提示与行动清单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7842E-CEE9-4210-8642-FE6D52ED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EE819-AD0C-42CA-9536-B634815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B58FE-4060-49DC-A5AF-DCEEB8C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健康评分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E684D-82FB-4343-972B-18697A6F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基于收支结构和波动特征生成 0-100 综合评分。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7088D-DD37-4F21-9DA8-0D5AA6F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8D5F4-023C-4257-B2B3-76AC13B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D9FAA-FDCA-4EEE-9FAE-B05C76AB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深度洞察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6C245-CAB7-40DF-B1E8-4201BA50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识别异常消费、行为模式与阶段性变化趋势。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4F48A-0B22-4376-B464-759E581C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9D169-A018-4B0C-B884-7F83DA00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B79FA-EC6B-4221-B1FA-42E88146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行动建议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CF112-DB40-4639-AD65-9664DE1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给出可执行、按优先级排序的改善方案。</a:t>
            </a:r>
          </a:p>
        </p:txBody>
      </p:sp>
    </p:spTree>
    <p:extLst>
      <p:ext uri="{BB962C8B-B14F-4D97-AF65-F5344CB8AC3E}">
        <p14:creationId xmlns:p14="http://schemas.microsoft.com/office/powerpoint/2010/main" val="1531235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4F6BA-0FC7-4A1C-9013-E872D6F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4F7AE-BFAC-43A6-A2ED-CD0A07DC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28B8-E942-4ED1-B7BA-AF62702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数据安全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E0BB4-6309-4EAB-9552-B2DB28B5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188D2-99DA-486B-B467-FB591956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96076-7B9F-468F-9B87-8EECCA77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隐私与数据安全设计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1ED4-F267-45F2-AFD7-9B8FA64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本地优先 + 多路径备份 + 身份验证，确保数据可控可靠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42D11-40B4-4789-A913-2050FC2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D0D6B-0F27-42D8-8BB2-4B1B6138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60D0D-5088-40DC-855A-6D07525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本地数据库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4532C-484D-46A4-BC0E-E589606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使用 Room 持久化核心数据，离线可用、响应稳定。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CBE66-BFC4-41A2-9167-A3C8F92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95098-B308-43AC-9C23-298FD92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60E92-D659-4149-8CFA-6D2273E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双通道备份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0DE96-AD80-4EEF-9CC3-3DC6669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支持 WebDAV 与本地 CSV 导出，降低单点风险。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5058A-4395-4348-99B0-1C6BD69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3EB36-DF16-47C6-B80F-5FE4105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3A010-61A4-43B5-8810-1103CD58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应用锁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6C087-C5A0-4F29-982C-9C01B415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PIN + 生物识别，防止未授权访问账本。</a:t>
            </a:r>
          </a:p>
        </p:txBody>
      </p:sp>
    </p:spTree>
    <p:extLst>
      <p:ext uri="{BB962C8B-B14F-4D97-AF65-F5344CB8AC3E}">
        <p14:creationId xmlns:p14="http://schemas.microsoft.com/office/powerpoint/2010/main" val="1559778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4CAEF-3566-445D-AA51-BAF3399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069CE-A774-472C-A227-342264E1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2FADA-3435-4411-80A9-8F335DE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系统架构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C697-864C-4FB0-AC4C-0DE8D7D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8924-6CFC-4660-B480-2E9BDAFD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9D878-F316-41F0-AEED-932995E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技术架构与模块分层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64242-E7C6-42EE-AC93-390379E0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单 Activity + MVVM，按数据、业务、界面职责解耦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92D85-8ED1-4F27-A1CE-1D2ECF11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3352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8F57A-434D-4BDC-9224-5CD6900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数据层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99C79-9B79-45C2-8D8A-EC7931A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C180D-7D57-4B39-8E92-FE24B1B5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Room 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D576B-E620-431E-9092-57C99F61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19569-81EA-4663-8C73-878B1A29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DAO + 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D00AD-D1AB-4297-8B37-6515E702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C8E76-3DB9-423B-A962-8DC52FEC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WebDAV / AI / 同步服务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4EED2-5913-48A5-A8B7-BA7D21F8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3352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7F4E7-8BBC-4D59-B82D-10FBCBEA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业务层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3F730-3574-41AD-98F3-E26FC58E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4A5EF-E757-49DA-AA3A-E9F31246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ExpenseViewModel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F6E00-73E0-4B62-8676-2CB80C79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09A50-6FD1-485F-B19F-E2F1B1C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148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预算与统计聚合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F7C3B-F822-407B-BF59-D8A5EED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8F5B6-B53B-43F0-804C-490B54C5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053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备份与安全策略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9717C-8355-415E-B9DF-C80B3FB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3352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5BC47-6105-4ACF-92EF-CB78C9BC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表现层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01AF7-67E6-480B-A333-699921A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F5CF4-B57D-4D38-AD76-68D6BBA5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Compose Screens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997C25-5097-407D-9B92-2036D83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BA52E2-9142-4C72-B9CC-F13488F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组件化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B3D1F-2E70-42F3-8736-6FCF240A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BEB6D-FBC7-4821-BC8A-2403D9A1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053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桌面小组件</a:t>
            </a:r>
          </a:p>
        </p:txBody>
      </p:sp>
    </p:spTree>
    <p:extLst>
      <p:ext uri="{BB962C8B-B14F-4D97-AF65-F5344CB8AC3E}">
        <p14:creationId xmlns:p14="http://schemas.microsoft.com/office/powerpoint/2010/main" val="1399668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E9E89-DCAD-497F-B178-5D37977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CFCFD-C911-4689-A1D3-C3CF94DD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0AECB-9DE7-4626-95CA-2B9D3371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工程实现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F4465-7898-438A-8A0F-3B2D215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C7D44-2F75-4DCB-A218-DC045D66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DDAB1-0598-4F0E-B65E-A5171043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技术栈与工程质量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39B46-147F-45D6-8188-3E70205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现代 Android 技术体系，兼顾开发效率与稳定性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99955-1C45-4062-B65B-8B1DFD0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8966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952500" y="3143250"/>
          <a:ext xmlns:a="http://schemas.openxmlformats.org/drawingml/2006/main" cx="704850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2adc3bf4d5415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6AEE4-A492-4652-B018-9F66773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30670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FDB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533AE-B91D-4A62-863C-C51487A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技术亮点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A70BD-B85C-4DFD-88B4-C3AF2EDD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2609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• Kotlin + Compose 提升开发效率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• Room + Flow 支持响应式数据更新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• WorkManager 实现可靠后台任务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• 生物识别与 PIN 提升访问安全</a:t>
            </a:r>
          </a:p>
        </p:txBody>
      </p:sp>
    </p:spTree>
    <p:extLst>
      <p:ext uri="{BB962C8B-B14F-4D97-AF65-F5344CB8AC3E}">
        <p14:creationId xmlns:p14="http://schemas.microsoft.com/office/powerpoint/2010/main" val="781552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E6BB9-6FB5-4214-86FC-2A2189A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5D77D-37CE-4C36-904E-C48A7A86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3C967-2A64-4C53-812D-28A466E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业务流程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7B270-A022-4D2A-BDB1-F696B581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87CEA-5D69-45AF-8E0F-A6723DB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80D86-DB03-4DF3-AC60-7A8FC5C2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典型使用流程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6A1C1-7C3E-49EB-9F46-3274C87C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从记录到复盘的闭环路径，帮助用户形成财务管理习惯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129C4-4960-4F68-A0F6-36F1F86A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7747A-2D30-450A-A155-BC0C87A8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F3055-64BA-4B89-8C9F-ECA8C52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CA8CA-68FD-47AB-BC89-23D7BAC0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快速记账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DE6A3-1673-406B-AD43-FFB6BBAD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随手录入收支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6AFD9-948F-49F5-9EAB-546CAA59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86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5E255-B302-485F-95B7-6F3A902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54C29-DD67-434E-997A-0492AD5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6E49D-0758-4B7E-B447-79520B1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46175-518A-467C-8D38-6D57C0EA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62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分类归集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C5159-4396-455A-85B0-EA125EA3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自动归类与关联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6458F-6EA3-4137-AAF4-994D184A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3A4DF-958C-49A4-8B05-FAFFEF71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719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234A2-1787-4CE1-AD48-1E1C0D7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2FD73-4BBF-4A99-BF1D-BD8E275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19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1D71D-B5F9-4534-9E69-853BD5C1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62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预算追踪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89882-7F0E-45CE-91CC-383EFB4C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434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预算进度可视化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203E6-DB28-422E-834E-50FEE84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E0EBE-153E-4AA7-B701-3F57392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719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05274-04B8-4F62-960E-1138F962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40392D-DFCA-4F48-A9F6-08CF5F6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9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C7E55-1966-455F-A580-990211A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统计复盘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92064-AF32-4010-83AA-82BE8E3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434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趋势与结构复盘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D0634-A6EB-40EB-8F7E-F17CAAB4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86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4A7F9-4378-4E58-9ED5-7625C92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71900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AF5512-1EB8-4F70-BA89-3B76A0C8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A0C8A4-ECA3-4CFE-BBF2-986A207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19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FF358-0B08-47E1-BD6C-2C29C28E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AI 建议执行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4A9C5-A88B-46AC-AC43-2040D81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43400"/>
            <a:ext cx="163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形成行动清单</a:t>
            </a:r>
          </a:p>
        </p:txBody>
      </p:sp>
    </p:spTree>
    <p:extLst>
      <p:ext uri="{BB962C8B-B14F-4D97-AF65-F5344CB8AC3E}">
        <p14:creationId xmlns:p14="http://schemas.microsoft.com/office/powerpoint/2010/main" val="1612865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2BF49-471D-402C-A821-9F3F11949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680F5-A255-4825-9A63-3E5372E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45720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3DBF4-69CC-4CD4-9041-998B59B7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476250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DD508-5BE9-41C5-89D3-2BDE44A6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总结与规划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A1630-3AFF-4B15-8A5E-6312393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09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AC49-939D-4483-ADF7-123AE226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EAB8D-9AC0-4490-9929-2B6D7DCF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当前成果与后续路线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F74BD-704C-430B-A699-AFE4EC2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在稳定可用基础上持续增强智能化和生态连接能力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10C68-CF04-44C9-8A3A-DD1BD35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090C4-191D-44A3-BD06-D83A92AB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E3897-A8C5-4B3D-AEF5-7F9F2299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已具备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0843E-10D4-4625-9B0B-EB91547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完整记账能力、统计分析、资产管理、备份同步与安全防护。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D42E6-72C8-4B10-A106-D82AA05A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98E5E-355C-41F6-B5B4-A3F5CCE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DECCD-A680-4B38-BF94-DFD9389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F0FB7-5A41-4ABB-9B96-5F05C50A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优化多设备体验，增强智能提醒与异常事件预警。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AEC26-2E3F-46E0-8693-FE734F7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5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2E461-5DBB-4DCB-BBA0-3D07389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A84CB-EFB6-4C8A-8F11-1C4D0A69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长期方向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110AC-121D-49D3-BEB9-04831C23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构建更主动的个人财务助手，实现自动化决策支持。</a:t>
            </a:r>
          </a:p>
        </p:txBody>
      </p:sp>
    </p:spTree>
    <p:extLst>
      <p:ext uri="{BB962C8B-B14F-4D97-AF65-F5344CB8AC3E}">
        <p14:creationId xmlns:p14="http://schemas.microsoft.com/office/powerpoint/2010/main" val="168060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2026-04-25T10:21:33.7500000Z</dcterms:created>
  <dcterms:modified xsi:type="dcterms:W3CDTF">2026-04-25T10:21:33.7500000Z</dcterms:modified>
</coreProperties>
</file>